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55"/>
  </p:normalViewPr>
  <p:slideViewPr>
    <p:cSldViewPr snapToGrid="0">
      <p:cViewPr varScale="1">
        <p:scale>
          <a:sx n="195" d="100"/>
          <a:sy n="195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ADA29-8318-D603-C004-805D298F9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A94F2-EC83-4C3F-DCB0-100AD6633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1A2A0-8D99-3250-8423-FE121BE7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4B67-E1C2-534C-85D7-62E3FBA005BE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EF34E-7A6C-AA45-3955-F58A9CB51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1AE82-0854-D175-78E4-7539A0CB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CB54-3DBF-E947-906E-85E307CF7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41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A1545-32A9-92AE-8C11-B53C28832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8CC5-0922-C12A-EC37-B5A8F49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778F3-70D8-98D5-CD36-548AD17B2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4B67-E1C2-534C-85D7-62E3FBA005BE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CA82D-ED6B-97B2-FF50-206219D2B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1FD3E-17D8-54B5-0BD4-7D8692DD0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CB54-3DBF-E947-906E-85E307CF7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2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B855-F25B-400C-7D5F-8999C8F90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629FF-0C01-B418-3274-696BE94CB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9E23A-4E3D-F2F6-8F39-20E5EBF8C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4B67-E1C2-534C-85D7-62E3FBA005BE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84ECD-DE36-80D2-6F00-F7BF71298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B1E7C-6380-0684-385D-03DF96DAE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CB54-3DBF-E947-906E-85E307CF7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0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CE43F-1CDC-9EE8-8197-3AF30A2AA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8F771-AA18-152C-86C0-1C811F573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3D804A-BB03-1F77-8EAC-8CF5258F4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C417A-09EF-BB79-76F5-BF1F1CF27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4B67-E1C2-534C-85D7-62E3FBA005BE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81ECD-3BB8-17D5-565B-FA6D33C95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26F01-EF2A-0337-6EFB-1314DC45C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CB54-3DBF-E947-906E-85E307CF7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33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58B6-FDD6-8EDB-FF38-A3CDB7632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8457C-29F1-E8B4-6CB4-662BEBF38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20BFC-CE81-0B82-5A50-D80BAD501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4CD25A-B1EF-B90E-DEB9-B4108F9E4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1B69B2-2D6B-FA04-892B-9AC82BC8FD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27A68-ECD1-D102-8FCE-CA188D178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4B67-E1C2-534C-85D7-62E3FBA005BE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C61A33-2E33-2E18-5A1F-3D2E95070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63CCE-4474-633D-865F-B028B40EA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CB54-3DBF-E947-906E-85E307CF7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7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9070C-76D2-B19E-7C9A-995DA816E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40FC2-1268-D46B-4D32-92B7F5D9A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4B67-E1C2-534C-85D7-62E3FBA005BE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B86468-5152-1449-7F77-9048D686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93AE3-896E-250D-6C2C-15022312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CB54-3DBF-E947-906E-85E307CF7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3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AAAA5-0822-1283-0082-D8E3150FD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4B67-E1C2-534C-85D7-62E3FBA005BE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2AF4E-3556-4F00-DD61-2AC81EE22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C4183-63DD-779F-6A3F-299DB1D8D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CB54-3DBF-E947-906E-85E307CF7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24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BB275-0A8F-E65C-081D-4DF0F555C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8DBB0-C3D2-9177-E075-377E767F7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20C18-FF8F-0C9A-8AA2-5A126ABFE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BDA23-993B-4DF8-4934-DD3BBEF8D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4B67-E1C2-534C-85D7-62E3FBA005BE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420B8-2B43-3A5C-8934-7D7B64469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884AC-DBA9-11A1-5518-26454E5A5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CB54-3DBF-E947-906E-85E307CF7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59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FF0E1-1502-CF12-D7A4-AA697564E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E79F3-9E9A-3747-5CA7-7185A4023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0B97D-AF0C-3B9C-2470-6DC0464CE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D5494-E5EC-0C28-39BA-C3E375415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4B67-E1C2-534C-85D7-62E3FBA005BE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7C0F3-E093-D65F-D919-ACBD22806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03B56-8556-1770-EB25-B1B8F5904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CB54-3DBF-E947-906E-85E307CF7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47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F4E46-F0AB-A681-8740-BC6996031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7255F-086B-6814-3097-EE9AE078F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1FCB7-85C2-E789-7804-C3212CBA0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4B67-E1C2-534C-85D7-62E3FBA005BE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080F1-DCEE-028C-8BCD-A61DBEBF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ACD8E-E67A-21F3-1966-28066381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CB54-3DBF-E947-906E-85E307CF7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8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B89AF7-ADF5-FF00-7906-AE0C3BF7B5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2BA14-D59C-CEE6-6CDC-F3B8415F1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281CF-D204-4125-D555-B6A3DF4D0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4B67-E1C2-534C-85D7-62E3FBA005BE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A5483-71F5-7BE0-D7A1-5B94D55CC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DAAD7-3A7E-9795-99F8-AFED8D624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0CB54-3DBF-E947-906E-85E307CF7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76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65E2F0-FE44-AEF6-4BFF-76387632B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AB237-5922-E195-C483-96835DC31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F3D14-F1C7-4D21-886C-479CEA209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54B67-E1C2-534C-85D7-62E3FBA005BE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4CCB5-7F79-D7A1-91BC-CB6F888360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0930F-328B-7149-6776-603353577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0CB54-3DBF-E947-906E-85E307CF7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63DFC-B388-D9E6-02A1-3DE95E8C2A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78075-FA41-9743-1AAA-482CF74521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427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Boldy, Andrew</dc:creator>
  <cp:lastModifiedBy>Boldy, Andrew</cp:lastModifiedBy>
  <cp:revision>1</cp:revision>
  <dcterms:created xsi:type="dcterms:W3CDTF">2026-09-30T14:38:07Z</dcterms:created>
  <dcterms:modified xsi:type="dcterms:W3CDTF">2026-09-30T14:38:35Z</dcterms:modified>
</cp:coreProperties>
</file>